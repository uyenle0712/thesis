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32216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 HỌC QUỐC GIA TP. HỒ CHÍ MINH  -  TRƯỜNG ĐẠI HỌC KHOA HỌC TỰ NHIÊN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2240280"/>
          </a:xfrm>
          <a:prstGeom prst="roundRect">
            <a:avLst>
              <a:gd name="adj" fmla="val 3673"/>
            </a:avLst>
          </a:prstGeom>
          <a:solidFill>
            <a:srgbClr val="322164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Luận văn thạc sĩ  -  Ngành Trí tuệ nhân tạo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DỰA TRÊN LLM TỪ CÁC TRƯỜNG HỢP SỬ DỤNG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GIAO DIỆN NGƯỜI DÙNG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Automatic Generation of Software User Guides from Use Cases and Front-End Structures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 thực hiện:   Lê Đoàn Phương Uyên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Giáo viên hướng dẫn:   TS. Nguyễn Hồng Bửu Long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983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 số ngành: 8480107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TP. Hồ Chí Minh  -  Năm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22164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0"/>
            <a:ext cx="8741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pháp: mô tả phân biệt trước, phát ngôn sau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9E8EC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Đích sinh của mô hình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115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414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&lt;desc&gt;vai trò | tên gọi | &lt;point&gt;x,y&lt;/point&gt; | dấu hiệu phân biệt&lt;/desc&gt;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rồi xuống dòng, rồi câu hướng dẫn cho người đọc.   Khi chấm chỉ lấy câu, phần mô tả bị cắt bỏ.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9E8EC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69848" y="2139696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Tinh chỉnh có giám sát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248716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chỉ sinh câu. S2 sinh dòng mô tả trước rồi mới sinh câu, để mô hình phải chọn phần tử trước khi viết.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9E8EC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69848" y="3438144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theo ưu tiên trên cặp quy chiếu tối thiểu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9848" y="378561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vế của một cặp trùng nhau từng ký tự ở phần câu, chỉ khác đúng ô mô tả, nên phần điều chỉnh dồn vào việc chọn phần tử. Kèm nhánh so sánh học thêm đúng bấy nhiêu bước bằng cách thường, để tách công.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608576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9E8EC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69848" y="473659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tăng cường thưởng cho ô toạ độ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5084064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câu nhắc sinh bốn phương án, thưởng 1,0 khi ô toạ độ lệch không quá 140 trên lưới 1000. Không có mô hình định vị nào trong phần thưởng, nên không tối ưu thẳng vào thước chấm.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59618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ba chặng trên cùng một mô hình nền Qwen2.5-VL ba tỉ tham số, tinh chỉnh bằng ma trận hạng thấp.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22164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0"/>
            <a:ext cx="8741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dưới luật hộp phần tử, trên 4.463 bước chạm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Luật chấm gốc của chính bộ dữ liệu AndroidControl: điểm dự đoán rơi vào bên trong khung của phần tử đúng thì tính trúng.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29016" cy="402336"/>
          </a:xfrm>
          <a:prstGeom prst="rect">
            <a:avLst/>
          </a:prstGeom>
          <a:solidFill>
            <a:srgbClr val="3221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097280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097280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84632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chuẩn của người chú thích  (trần)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49240" y="1499616"/>
            <a:ext cx="17830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83,82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0" y="1499616"/>
            <a:ext cx="1499616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8129016" cy="0"/>
          </a:xfrm>
          <a:prstGeom prst="line">
            <a:avLst/>
          </a:prstGeom>
          <a:noFill/>
          <a:ln w="19050">
            <a:solidFill>
              <a:srgbClr val="3221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38528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gốc, chưa tinh chỉnh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49240" y="1938528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1938528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2340864"/>
            <a:ext cx="8129016" cy="0"/>
          </a:xfrm>
          <a:prstGeom prst="line">
            <a:avLst/>
          </a:prstGeom>
          <a:noFill/>
          <a:ln w="12700">
            <a:solidFill>
              <a:srgbClr val="9A9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40864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S1, chỉ sinh câu, hạt giống 101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49240" y="2340864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0" y="2340864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8129016" cy="0"/>
          </a:xfrm>
          <a:prstGeom prst="line">
            <a:avLst/>
          </a:prstGeom>
          <a:noFill/>
          <a:ln w="12700">
            <a:solidFill>
              <a:srgbClr val="9A9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43200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S1, hạt giống 202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49240" y="2743200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66,10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2743200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3145536"/>
            <a:ext cx="8129016" cy="0"/>
          </a:xfrm>
          <a:prstGeom prst="line">
            <a:avLst/>
          </a:prstGeom>
          <a:noFill/>
          <a:ln w="19050">
            <a:solidFill>
              <a:srgbClr val="3221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45536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S2, sinh mô tả trước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49240" y="3145536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63,63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3145536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hạt giống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547872"/>
            <a:ext cx="8129016" cy="0"/>
          </a:xfrm>
          <a:prstGeom prst="line">
            <a:avLst/>
          </a:prstGeom>
          <a:noFill/>
          <a:ln w="12700">
            <a:solidFill>
              <a:srgbClr val="9A9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47872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so sánh của chặng hai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349240" y="3547872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66,03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132320" y="3547872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hạt giống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8129016" cy="0"/>
          </a:xfrm>
          <a:prstGeom prst="line">
            <a:avLst/>
          </a:prstGeom>
          <a:noFill/>
          <a:ln w="12700">
            <a:solidFill>
              <a:srgbClr val="9A94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50208"/>
            <a:ext cx="48463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Chặng hai, cặp quy chiếu tối thiểu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349240" y="3950208"/>
            <a:ext cx="17830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66,55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32320" y="3950208"/>
            <a:ext cx="1499616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hạt giống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352544"/>
            <a:ext cx="8129016" cy="0"/>
          </a:xfrm>
          <a:prstGeom prst="line">
            <a:avLst/>
          </a:prstGeom>
          <a:noFill/>
          <a:ln w="12700">
            <a:solidFill>
              <a:srgbClr val="9A94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52544"/>
            <a:ext cx="4846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Chặng ba, thưởng ô toạ độ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349240" y="4352544"/>
            <a:ext cx="178308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1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32320" y="4352544"/>
            <a:ext cx="1499616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hạt giống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8920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9E8EC"/>
          </a:solidFill>
          <a:ln/>
          <a:effectLst>
            <a:outerShdw sx="100000" sy="100000" kx="0" ky="0" algn="bl" rotWithShape="0" blurRad="63500" dist="31750" dir="2700000">
              <a:srgbClr val="8C8C99">
                <a:alpha val="4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" y="4956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4400" y="4956048"/>
            <a:ext cx="7543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Tinh chỉnh đáng </a:t>
            </a:r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11,89 điểm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với mô hình gốc, lặp lại ở cả hai hạt giống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" y="54132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" y="5413248"/>
            <a:ext cx="7543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Thứ tự các nhánh không đổi một chỗ nào so với thước chính; khoảng cách còn lại tới câu chuẩn là </a:t>
            </a:r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 điểm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" y="59893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Luật này được tính lại từ bản ghi từng bước sau khi đã có mọi điểm, nên trình như thước báo kèm; con số của thước chính báo riêng.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/>
        </p:spPr>
      </p:sp>
      <p:sp>
        <p:nvSpPr>
          <p:cNvPr id="47" name="Shape 4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/>
        </p:spPr>
      </p:sp>
      <p:sp>
        <p:nvSpPr>
          <p:cNvPr id="48" name="Shape 4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/>
        </p:spPr>
      </p:sp>
      <p:sp>
        <p:nvSpPr>
          <p:cNvPr id="49" name="Shape 4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Phat sinh tu dong huong dan su dung phan mem dua tren LLM - bao cao ngan</dc:title>
  <dc:subject>PptxGenJS Presentation</dc:subject>
  <dc:creator>Le Doan Phuong Uyen</dc:creator>
  <cp:lastModifiedBy>Le Doan Phuong Uyen</cp:lastModifiedBy>
  <cp:revision>1</cp:revision>
  <dcterms:created xsi:type="dcterms:W3CDTF">2026-09-09T13:46:00Z</dcterms:created>
  <dcterms:modified xsi:type="dcterms:W3CDTF">2026-09-09T13:46:00Z</dcterms:modified>
</cp:coreProperties>
</file>